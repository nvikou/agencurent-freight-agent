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2377440"/>
          </a:xfrm>
          <a:prstGeom prst="rect">
            <a:avLst/>
          </a:prstGeom>
          <a:solidFill>
            <a:srgbClr val="0B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A6D82"/>
                </a:solidFill>
                <a:latin typeface="Calibri"/>
              </a:rPr>
              <a:t>Этап №5 · Защита дипломного проекта · GPT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AgenCurent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Нейро-аналитик конкурентов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Dellin  ·  ПЭК  ·  Baikal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1. Задача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Что именно решает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2636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dirty="0" err="1">
                <a:solidFill>
                  <a:srgbClr val="0B1420"/>
                </a:solidFill>
                <a:latin typeface="Calibri"/>
              </a:rPr>
              <a:t>Бизнес-задача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: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помочь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сотруднику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Dellin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быстро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понять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,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как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выглядит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цена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компании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против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ПЭК и Baikal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на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конкретном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B1420"/>
                </a:solidFill>
                <a:latin typeface="Calibri"/>
              </a:rPr>
              <a:t>маршруте</a:t>
            </a:r>
            <a:r>
              <a:rPr sz="1700" b="1" dirty="0">
                <a:solidFill>
                  <a:srgbClr val="0B14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endParaRPr sz="1700" b="1" dirty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1" dirty="0" err="1">
                <a:solidFill>
                  <a:srgbClr val="0F8F6E"/>
                </a:solidFill>
                <a:latin typeface="Calibri"/>
              </a:rPr>
              <a:t>Подробно</a:t>
            </a:r>
            <a:r>
              <a:rPr sz="1600" b="1" dirty="0">
                <a:solidFill>
                  <a:srgbClr val="0F8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8F6E"/>
                </a:solidFill>
                <a:latin typeface="Calibri"/>
              </a:rPr>
              <a:t>задача</a:t>
            </a:r>
            <a:r>
              <a:rPr sz="1600" b="1" dirty="0">
                <a:solidFill>
                  <a:srgbClr val="0F8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8F6E"/>
                </a:solidFill>
                <a:latin typeface="Calibri"/>
              </a:rPr>
              <a:t>включает</a:t>
            </a:r>
            <a:r>
              <a:rPr sz="1600" b="1" dirty="0">
                <a:solidFill>
                  <a:srgbClr val="0F8F6E"/>
                </a:solidFill>
                <a:latin typeface="Calibri"/>
              </a:rPr>
              <a:t>: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0B1420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Собрать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сопоставимые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цены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трёх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перевозчиков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endParaRPr lang="en-US" sz="1500" dirty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0B1420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Зафиксировать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правило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только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транспорт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базы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тариф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Стандарт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без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упаковки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/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страховки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/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документов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;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пилот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— 1 м³, 1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кг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, 1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место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0B1420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Линии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сравнения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: ПЭК =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Автоперевозка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; Dellin/Baikal =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Межтерминальная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перевозка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0B1420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Получить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LIVE-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цену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«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сейчас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» и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сравнить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с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историей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снимков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endParaRPr lang="en-US" sz="1500" b="0" dirty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0B1420"/>
                </a:solidFill>
                <a:latin typeface="Calibri"/>
              </a:rPr>
              <a:t>•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Выдать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понятный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вывод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и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рекомендацию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0B1420"/>
                </a:solidFill>
                <a:latin typeface="Calibri"/>
              </a:rPr>
              <a:t>по</a:t>
            </a:r>
            <a:r>
              <a:rPr sz="1500" b="0" dirty="0">
                <a:solidFill>
                  <a:srgbClr val="0B1420"/>
                </a:solidFill>
                <a:latin typeface="Calibri"/>
              </a:rPr>
              <a:t> Dellin.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2. Инструменты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Стек и библиотеки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LLM / агент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OpenAI Chat Completions
function calling (tools)
gpt-4o-mini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Backend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Python 3.12
FastAPI + Uvicorn
Pydantic, python-dotenv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41732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Данные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SQLite (quotes, chat)
append-only история
source=collect|live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Интеграции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requests → API ПЭК
API Baikal
Dellin: локальный справочник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70332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388620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Frontend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HTML/CSS/JS
Markdown (marked)
nginx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703320"/>
            <a:ext cx="36118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388620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8F6E"/>
                </a:solidFill>
                <a:latin typeface="Calibri"/>
              </a:rPr>
              <a:t>Доставка</a:t>
            </a:r>
          </a:p>
          <a:p>
            <a:pPr algn="l">
              <a:spcAft>
                <a:spcPts val="400"/>
              </a:spcAft>
            </a:pPr>
            <a:endParaRPr sz="16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Docker Compose
backend :8000
UI :3000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3. Алгоритм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Как работает нейро-сотрудник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Запрос пользователя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В чате: маршрут, например «СПб → Москва». Приветствия обрабатываются без tools.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148840"/>
            <a:ext cx="411480" cy="411480"/>
          </a:xfrm>
          <a:prstGeom prst="ellipse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LIVE-пересчёт (tools)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Агент вызывает calculate_dellin / calculate_pek / calculate_baikal. Из cost_breakdown берётся только линия транспорта базы.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108960"/>
            <a:ext cx="411480" cy="411480"/>
          </a:xfrm>
          <a:prstGeom prst="ellipse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Сохранение истории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Успешный LIVE → INSERT в quotes (source=live, collected_at). Пакетный сбор — source=collect.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69080"/>
            <a:ext cx="411480" cy="411480"/>
          </a:xfrm>
          <a:prstGeom prst="ellipse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Загрузка истории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Tool load_quotes_from_db читает прошлые снимки для того же маршрута.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029200"/>
            <a:ext cx="411480" cy="411480"/>
          </a:xfrm>
          <a:prstGeom prst="ellipse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074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Ответ LLM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Сравнение LIVE vs история + рекомендация по Dellin в Markdown (шаги, таблица, вывод).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4. Входные данные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Откуда берутся тарифы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9903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420"/>
                </a:solidFill>
                <a:latin typeface="Calibri"/>
              </a:rPr>
              <a:t>Dellin  —  dellin.ru (официальный калькулятор)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Локальный справочник resources.py — без scraping сайта (требование проекта)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11155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63347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420"/>
                </a:solidFill>
                <a:latin typeface="Calibri"/>
              </a:rPr>
              <a:t>ПЭК  —  pecom.ru → API калькулятора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HTTP-запрос; цена линии «Автоперевозка»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03320"/>
            <a:ext cx="11155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86791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420"/>
                </a:solidFill>
                <a:latin typeface="Calibri"/>
              </a:rPr>
              <a:t>Baikal  —  baikalsr.ru → request.baikalsr.ru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HTTP + CSRF; цена «Межтерминальная перевозка»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937760"/>
            <a:ext cx="11155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102352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420"/>
                </a:solidFill>
                <a:latin typeface="Calibri"/>
              </a:rPr>
              <a:t>Пользователь  —  Веб-чат AgenCurent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Маршрут и вопрос на русском → запуск алгоритма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5. Интерфейс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Что видит конечный пользователь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420"/>
                </a:solidFill>
                <a:latin typeface="Calibri"/>
              </a:rPr>
              <a:t>Веб-чат AgenCurent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D82"/>
                </a:solidFill>
                <a:latin typeface="Calibri"/>
              </a:rPr>
              <a:t>Пользователь пишет маршрут или жмёт подсказку «СПб → Москва».</a:t>
            </a:r>
          </a:p>
          <a:p>
            <a:pPr algn="l">
              <a:spcAft>
                <a:spcPts val="400"/>
              </a:spcAft>
            </a:pPr>
            <a:endParaRPr sz="1400" b="0">
              <a:solidFill>
                <a:srgbClr val="5A6D82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Кнопки: Собрать цены · Quotes · Очистить</a:t>
            </a:r>
          </a:p>
        </p:txBody>
      </p:sp>
      <p:pic>
        <p:nvPicPr>
          <p:cNvPr id="6" name="Picture 5" descr="01_chat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5943600" cy="3820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6. Результат приложения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Ответ LLM: LIVE + история + 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Пользователь получает:</a:t>
            </a:r>
          </a:p>
          <a:p>
            <a:pPr algn="l">
              <a:spcAft>
                <a:spcPts val="400"/>
              </a:spcAft>
            </a:pPr>
            <a:endParaRPr sz="15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LIVE-цены трёх перевозчиков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Сроки доставки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Таблицу истории (collect/live)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Рекомендацию по Dellin</a:t>
            </a:r>
          </a:p>
          <a:p>
            <a:pPr algn="l">
              <a:spcAft>
                <a:spcPts val="400"/>
              </a:spcAft>
            </a:pPr>
            <a:endParaRPr sz="1400" b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420"/>
                </a:solidFill>
                <a:latin typeface="Calibri"/>
              </a:rPr>
              <a:t>Пример СПб → Москва: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Dellin 6 557 ₽ / 2 дн.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ПЭК ~4 888 ₽ / 2 дн.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Baikal ~5 416 ₽ / 3 дн.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5A6D82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B1420"/>
                </a:solidFill>
                <a:latin typeface="Calibri"/>
              </a:rPr>
              <a:t>Польза: за минуты — готовое сравнение вместо ручного обхода сайтов.</a:t>
            </a:r>
          </a:p>
        </p:txBody>
      </p:sp>
      <p:pic>
        <p:nvPicPr>
          <p:cNvPr id="6" name="Picture 5" descr="03_llm_response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675120" cy="5177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7. История цен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Таблица Quotes — польза для аналитики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Вкладка Quotes показывает:</a:t>
            </a:r>
          </a:p>
          <a:p>
            <a:pPr algn="l">
              <a:spcAft>
                <a:spcPts val="400"/>
              </a:spcAft>
            </a:pPr>
            <a:endParaRPr sz="1500" b="1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маршрут и перевозчика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цену и срок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источник: COLLECT или LIVE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B1420"/>
                </a:solidFill>
                <a:latin typeface="Calibri"/>
              </a:rPr>
              <a:t>• время снимка t (collected_at)</a:t>
            </a:r>
          </a:p>
          <a:p>
            <a:pPr algn="l">
              <a:spcAft>
                <a:spcPts val="400"/>
              </a:spcAft>
            </a:pPr>
            <a:endParaRPr sz="1400" b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D82"/>
                </a:solidFill>
                <a:latin typeface="Calibri"/>
              </a:rPr>
              <a:t>Можно смотреть «последние» или полную историю — видно, менялась ли цена.</a:t>
            </a:r>
          </a:p>
        </p:txBody>
      </p:sp>
      <p:pic>
        <p:nvPicPr>
          <p:cNvPr id="6" name="Picture 5" descr="02_quot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675120" cy="5101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8. Польза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Зачем это конечному пользователю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Экономия времени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Один запрос вместо трёх сайтов и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Честное сравнение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Одинаковое правило базы для всех перевозчиков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Актуальность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LIVE-пересчёт в момент вопроса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8892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Память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История снимков — видно динамику тарифа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4340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Понятный вывод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LLM объясняет, где Dellin сильнее/слабее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4340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8F6E"/>
                </a:solidFill>
                <a:latin typeface="Calibri"/>
              </a:rPr>
              <a:t>Готовый продукт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B1420"/>
                </a:solidFill>
                <a:latin typeface="Calibri"/>
              </a:rPr>
              <a:t>Веб-UI + Docker, не только прототип в Colab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8F6E"/>
                </a:solidFill>
                <a:latin typeface="Calibri"/>
              </a:rPr>
              <a:t>Итог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0B1420"/>
                </a:solidFill>
                <a:latin typeface="Calibri"/>
              </a:rPr>
              <a:t>Что сдано и что показано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dirty="0" err="1">
                <a:solidFill>
                  <a:srgbClr val="0B1420"/>
                </a:solidFill>
                <a:latin typeface="Calibri"/>
              </a:rPr>
              <a:t>AgenCurent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рабочий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нейро-сотрудник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: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считает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LIVE,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хранит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историю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,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показывает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результат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в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веб-чате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endParaRPr sz="1800" b="1" dirty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endParaRPr sz="1500" b="1" dirty="0">
              <a:solidFill>
                <a:srgbClr val="0F8F6E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800" b="1" dirty="0" err="1">
                <a:solidFill>
                  <a:srgbClr val="0B1420"/>
                </a:solidFill>
                <a:latin typeface="Calibri"/>
              </a:rPr>
              <a:t>Спасибо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за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внимание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.</a:t>
            </a:r>
            <a:endParaRPr lang="en-US" sz="1800" b="1" dirty="0">
              <a:solidFill>
                <a:srgbClr val="0B1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Готов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ответить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на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0B1420"/>
                </a:solidFill>
                <a:latin typeface="Calibri"/>
              </a:rPr>
              <a:t>вопросы</a:t>
            </a:r>
            <a:r>
              <a:rPr sz="1800" b="1" dirty="0">
                <a:solidFill>
                  <a:srgbClr val="0B142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643</Words>
  <Application>Microsoft Office PowerPoint</Application>
  <PresentationFormat>Grand écran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nvikou 73</cp:lastModifiedBy>
  <cp:revision>2</cp:revision>
  <dcterms:created xsi:type="dcterms:W3CDTF">2013-01-27T09:14:16Z</dcterms:created>
  <dcterms:modified xsi:type="dcterms:W3CDTF">2026-08-10T20:50:30Z</dcterms:modified>
  <cp:category/>
</cp:coreProperties>
</file>